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06965" y="538266"/>
            <a:ext cx="7177761" cy="5693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7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走进俄罗斯：跨越欧亚的冰火之歌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120792" y="1200150"/>
            <a:ext cx="395010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地理、历史与文化的深度探索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4899" y="5042057"/>
            <a:ext cx="1810700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400" b="1">
                <a:solidFill>
                  <a:srgbClr val="D4B872"/>
                </a:solidFill>
                <a:latin typeface="Microsoft YaHei"/>
              </a:defRPr>
            </a:pPr>
            <a:r>
              <a:rPr dirty="0"/>
              <a:t>1709万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5795010"/>
            <a:ext cx="2535872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1. 世界上面积最大的国家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8460" y="5795010"/>
            <a:ext cx="2986965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2. 跨越欧亚两大洲的独特位置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144" y="5795010"/>
            <a:ext cx="2743131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3. 拥有11个时区的广袤疆域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82391" y="6480810"/>
            <a:ext cx="1280127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第1页，共11页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Even Lan</cp:lastModifiedBy>
  <cp:revision>2</cp:revision>
  <dcterms:created xsi:type="dcterms:W3CDTF">2013-01-27T09:14:16Z</dcterms:created>
  <dcterms:modified xsi:type="dcterms:W3CDTF">2026-04-05T13:46:50Z</dcterms:modified>
  <cp:category/>
</cp:coreProperties>
</file>